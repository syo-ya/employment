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4"/>
  </p:sldMasterIdLst>
  <p:sldIdLst>
    <p:sldId id="260" r:id="rId5"/>
    <p:sldId id="264" r:id="rId6"/>
    <p:sldId id="263" r:id="rId7"/>
    <p:sldId id="259" r:id="rId8"/>
    <p:sldId id="265" r:id="rId9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74" autoAdjust="0"/>
    <p:restoredTop sz="94660"/>
  </p:normalViewPr>
  <p:slideViewPr>
    <p:cSldViewPr snapToGrid="0">
      <p:cViewPr varScale="1">
        <p:scale>
          <a:sx n="92" d="100"/>
          <a:sy n="92" d="100"/>
        </p:scale>
        <p:origin x="216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8DEE1DA-D521-41BA-912B-D6980830356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5959CC3-4E28-49AB-A48A-20CCAE41FE2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D66D77B-E9C6-4DF8-A6F8-73B8CDC0BA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25BFECD-57DF-4C10-A294-517F542BB5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6ECD66C-3957-4A80-8A3D-21ECEC575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3938501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E00EF9E-C7EF-48CA-AF62-1CC6966B44E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2D12C40-7D07-4DB0-B276-6C84169EE3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214BA0C-A6FB-4309-ACBB-810FA88521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02ED1DE-58DA-4EB6-8E6F-23B21FA1B6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FFC1500-B9D2-49C7-AAF0-3EA8FB1A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043333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A8A537-4A8F-4D0B-B0B0-EA8E58113C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70AB764A-0FF3-4F59-B91B-3BBCE98A0A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8F86C53-E6A8-4395-ABCE-2A562F22139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72F7A35-CCB0-4755-9AE3-83C5ECA198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009A28E-FCC3-4E55-A6C7-1D91EC887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3332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98CDCD1-8B7D-4C41-BB23-2D180B337F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42D6B88-89CB-49DB-85F5-44631C9366C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F7771998-284E-4E80-8418-DB2D63757B1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1AF4C4F-EEAC-4310-B36E-F3EB2FBABF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A3E1FD9-A2DB-4D3F-AAF5-86950BCEAB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BBF622C-2490-41F8-9EFF-3165F91FB2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2051118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19D26AC-E050-4E36-9BD3-2E2A513EFBE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AD4964C4-46DD-4C10-AB5C-914557FF1D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D951A94-77D5-4154-AC67-AADD106AE3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36D2613A-13DB-42B9-A8FE-8EF9410911F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BD2DC970-17EC-47A2-83B5-D3AF42B3FEF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3A8D99B8-2520-4004-AA2B-419EC02703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7E3334B4-0B29-4086-B1BF-A1DA52B069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4AEB05AA-4EE3-43B6-8645-DD75C3F7DF0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1896675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D14E23D-433B-4678-828E-54BDB9860F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D506A02E-998F-4D06-AB69-7E6A0C0A43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09EDB1A9-8E22-445E-9EEB-E43C3A3124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8F48CDB2-E552-415C-B0BD-67C2E7D061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46470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CB568EE4-9B1B-4EBF-ABCD-358DD5EFE5B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7B2CDA27-39D4-4122-8600-F3A26CEA3F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E809FE26-7391-4910-8190-12710E09B8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3144582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CFA59BF-9EA8-4C2D-B0BE-65C903BE91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3C457FF-B415-46C0-9E35-BF56A6771EC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811240F4-D344-450C-AD62-5FA3E380BCF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5E4D23AB-320B-41E3-B342-F11CB499B2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CA56D721-8808-4803-8DB0-F661CE76B50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04B9B2CA-1342-4735-BCD1-F2E08A2E49E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2988407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4094342-11DA-4797-8D8A-738CAF05E9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B97DD965-18EA-4F99-9A8A-3A1CF1640C9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52505A53-1857-479B-912F-FF40015A345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73832D39-27AA-4417-A012-F3F6F091B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E8D29212-C93F-4705-BF45-8F0A1D9DF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CA638C4B-DB4B-4261-9BCE-B694C0BC46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63029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B80A98C-30EE-453E-A50C-CBD28C412E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13A3DFF5-9F28-409D-82E2-D36B550ECFD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DAA043D8-1685-4233-8019-7945ED1350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154DECB8-0263-45E0-816B-10178A602F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E6C9541E-5650-430F-96DB-D30E83EC45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446285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540058FB-ADC0-4472-9C1C-95D10A60D31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E202AE2C-2FD6-4B0E-B182-ABE1399D24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FAAC5299-DBE1-4B4A-A60A-260BCF533A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1737F96-308B-4B76-8E6E-7DF68EB3A2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FF0EFDD-F548-4D7D-A4DA-F95067682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7573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C8C3C6D-8C64-48FA-8A9F-32F13AD255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8992169-569E-4883-9978-79F195038E4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3CB89EF0-DAEE-4EA8-B324-86493BD004C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847F966-ADEE-4571-9A7F-6902E2B314A7}" type="datetimeFigureOut">
              <a:rPr kumimoji="1" lang="ja-JP" altLang="en-US" smtClean="0"/>
              <a:t>2026/6/2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2ACB9965-319A-462D-9830-558BA6B88CD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F3BDD5B3-C43B-402B-BEF2-A7F165420D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FA33D7-3DB4-4063-8E8B-ED2A0D6080F9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4398098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B7AFE148-444F-4D17-9EB2-EB30D868D3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2200363"/>
            <a:ext cx="10515600" cy="1325563"/>
          </a:xfrm>
        </p:spPr>
        <p:txBody>
          <a:bodyPr>
            <a:normAutofit/>
          </a:bodyPr>
          <a:lstStyle/>
          <a:p>
            <a:r>
              <a:rPr kumimoji="1" lang="ja-JP" altLang="en-US" sz="6000" dirty="0"/>
              <a:t>コンセプト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E8645006-8522-42F6-9445-E05D2C66E31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3988" y="3269853"/>
            <a:ext cx="11985977" cy="1211086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kumimoji="1" lang="en-US" altLang="ja-JP" sz="4400" dirty="0"/>
              <a:t>『</a:t>
            </a:r>
            <a:r>
              <a:rPr kumimoji="1" lang="ja-JP" altLang="en-US" sz="4400" dirty="0"/>
              <a:t>ステージの回転を上手く使って走り抜ける</a:t>
            </a:r>
            <a:r>
              <a:rPr kumimoji="1" lang="en-US" altLang="ja-JP" sz="4400" dirty="0"/>
              <a:t>』</a:t>
            </a:r>
            <a:endParaRPr kumimoji="1" lang="ja-JP" altLang="en-US" sz="4400" dirty="0"/>
          </a:p>
        </p:txBody>
      </p:sp>
      <p:sp>
        <p:nvSpPr>
          <p:cNvPr id="4" name="タイトル 1">
            <a:extLst>
              <a:ext uri="{FF2B5EF4-FFF2-40B4-BE49-F238E27FC236}">
                <a16:creationId xmlns:a16="http://schemas.microsoft.com/office/drawing/2014/main" id="{E0CE1673-F014-4EED-B3EC-914865334EAD}"/>
              </a:ext>
            </a:extLst>
          </p:cNvPr>
          <p:cNvSpPr txBox="1">
            <a:spLocks/>
          </p:cNvSpPr>
          <p:nvPr/>
        </p:nvSpPr>
        <p:spPr>
          <a:xfrm>
            <a:off x="206023" y="3875396"/>
            <a:ext cx="10515600" cy="17372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000" dirty="0"/>
              <a:t>要素</a:t>
            </a:r>
          </a:p>
        </p:txBody>
      </p:sp>
      <p:sp>
        <p:nvSpPr>
          <p:cNvPr id="5" name="コンテンツ プレースホルダー 2">
            <a:extLst>
              <a:ext uri="{FF2B5EF4-FFF2-40B4-BE49-F238E27FC236}">
                <a16:creationId xmlns:a16="http://schemas.microsoft.com/office/drawing/2014/main" id="{1AD843C7-8103-4EAE-8F10-65A0214E61D3}"/>
              </a:ext>
            </a:extLst>
          </p:cNvPr>
          <p:cNvSpPr txBox="1">
            <a:spLocks/>
          </p:cNvSpPr>
          <p:nvPr/>
        </p:nvSpPr>
        <p:spPr>
          <a:xfrm>
            <a:off x="0" y="5420608"/>
            <a:ext cx="12192000" cy="121108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kumimoji="1" lang="en-US" altLang="ja-JP" sz="4400" dirty="0"/>
              <a:t>『</a:t>
            </a:r>
            <a:r>
              <a:rPr kumimoji="1" lang="ja-JP" altLang="en-US" sz="4400" dirty="0"/>
              <a:t>ステージ回転</a:t>
            </a:r>
            <a:r>
              <a:rPr kumimoji="1" lang="en-US" altLang="ja-JP" sz="4400" dirty="0"/>
              <a:t>』</a:t>
            </a:r>
            <a:r>
              <a:rPr lang="en-US" altLang="ja-JP" sz="4400" dirty="0"/>
              <a:t>『</a:t>
            </a:r>
            <a:r>
              <a:rPr kumimoji="1" lang="ja-JP" altLang="en-US" sz="4400" dirty="0"/>
              <a:t>走り続ける</a:t>
            </a:r>
            <a:r>
              <a:rPr kumimoji="1" lang="en-US" altLang="ja-JP" sz="4400" dirty="0"/>
              <a:t>』『</a:t>
            </a:r>
            <a:r>
              <a:rPr kumimoji="1" lang="ja-JP" altLang="en-US" sz="4400" dirty="0"/>
              <a:t>ループ</a:t>
            </a:r>
            <a:r>
              <a:rPr kumimoji="1" lang="en-US" altLang="ja-JP" sz="4400" dirty="0"/>
              <a:t>』</a:t>
            </a:r>
            <a:endParaRPr kumimoji="1" lang="ja-JP" altLang="en-US" sz="4400" dirty="0"/>
          </a:p>
        </p:txBody>
      </p:sp>
      <p:sp>
        <p:nvSpPr>
          <p:cNvPr id="6" name="タイトル 1">
            <a:extLst>
              <a:ext uri="{FF2B5EF4-FFF2-40B4-BE49-F238E27FC236}">
                <a16:creationId xmlns:a16="http://schemas.microsoft.com/office/drawing/2014/main" id="{271CEB45-BE98-469F-A004-6972D7990BBC}"/>
              </a:ext>
            </a:extLst>
          </p:cNvPr>
          <p:cNvSpPr txBox="1">
            <a:spLocks/>
          </p:cNvSpPr>
          <p:nvPr/>
        </p:nvSpPr>
        <p:spPr>
          <a:xfrm>
            <a:off x="23988" y="154780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kumimoji="1"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ja-JP" altLang="en-US" sz="6000" dirty="0"/>
              <a:t>タイトル</a:t>
            </a:r>
          </a:p>
        </p:txBody>
      </p:sp>
      <p:sp>
        <p:nvSpPr>
          <p:cNvPr id="7" name="コンテンツ プレースホルダー 2">
            <a:extLst>
              <a:ext uri="{FF2B5EF4-FFF2-40B4-BE49-F238E27FC236}">
                <a16:creationId xmlns:a16="http://schemas.microsoft.com/office/drawing/2014/main" id="{236C0403-310F-4A3B-93F8-F7A5C23A632A}"/>
              </a:ext>
            </a:extLst>
          </p:cNvPr>
          <p:cNvSpPr txBox="1">
            <a:spLocks/>
          </p:cNvSpPr>
          <p:nvPr/>
        </p:nvSpPr>
        <p:spPr>
          <a:xfrm>
            <a:off x="104421" y="1245349"/>
            <a:ext cx="10515600" cy="121108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kumimoji="1"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US" altLang="ja-JP" sz="4400" dirty="0"/>
              <a:t>『』</a:t>
            </a:r>
            <a:endParaRPr lang="ja-JP" altLang="en-US" sz="4400" dirty="0"/>
          </a:p>
        </p:txBody>
      </p:sp>
    </p:spTree>
    <p:extLst>
      <p:ext uri="{BB962C8B-B14F-4D97-AF65-F5344CB8AC3E}">
        <p14:creationId xmlns:p14="http://schemas.microsoft.com/office/powerpoint/2010/main" val="393144109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BAFEC3-C274-404F-899E-4B756C272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kumimoji="1" lang="ja-JP" altLang="en-US" b="1" u="sng" dirty="0">
                <a:solidFill>
                  <a:srgbClr val="00206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ゲーム内容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12438B-FF29-481B-B97D-41A65A7C2657}"/>
              </a:ext>
            </a:extLst>
          </p:cNvPr>
          <p:cNvSpPr txBox="1"/>
          <p:nvPr/>
        </p:nvSpPr>
        <p:spPr>
          <a:xfrm>
            <a:off x="0" y="896083"/>
            <a:ext cx="10758312" cy="23391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/>
              <a:t>・四角形の</a:t>
            </a:r>
            <a:r>
              <a:rPr kumimoji="1" lang="ja-JP" altLang="en-US" sz="2400" u="sng" dirty="0">
                <a:solidFill>
                  <a:schemeClr val="accent1">
                    <a:lumMod val="75000"/>
                  </a:schemeClr>
                </a:solidFill>
              </a:rPr>
              <a:t>箱型のステージ</a:t>
            </a:r>
            <a:r>
              <a:rPr kumimoji="1" lang="ja-JP" altLang="en-US" sz="2400" dirty="0"/>
              <a:t>を止まることなく奥に向かって走り続けるゲーム</a:t>
            </a:r>
            <a:endParaRPr kumimoji="1" lang="en-US" altLang="ja-JP" sz="2400" dirty="0"/>
          </a:p>
          <a:p>
            <a:r>
              <a:rPr kumimoji="1" lang="ja-JP" altLang="en-US" sz="2400" dirty="0"/>
              <a:t>・自動で進むため</a:t>
            </a:r>
            <a:r>
              <a:rPr kumimoji="1" lang="ja-JP" altLang="en-US" sz="2400" u="sng" dirty="0">
                <a:solidFill>
                  <a:srgbClr val="FF0000"/>
                </a:solidFill>
              </a:rPr>
              <a:t>止まることはできない</a:t>
            </a:r>
            <a:endParaRPr kumimoji="1" lang="en-US" altLang="ja-JP" sz="2400" u="sng" dirty="0">
              <a:solidFill>
                <a:srgbClr val="FF0000"/>
              </a:solidFill>
            </a:endParaRPr>
          </a:p>
          <a:p>
            <a:r>
              <a:rPr lang="ja-JP" altLang="en-US" sz="2400" dirty="0"/>
              <a:t>・ステージには障害物などが置いてあり、正面から当たるとゲームオーバーになるためジャンプ、左右移動で避けながら進まなければならない</a:t>
            </a:r>
            <a:endParaRPr lang="en-US" altLang="ja-JP" sz="2400" dirty="0"/>
          </a:p>
          <a:p>
            <a:endParaRPr kumimoji="1" lang="en-US" altLang="ja-JP" sz="3200" dirty="0"/>
          </a:p>
          <a:p>
            <a:endParaRPr kumimoji="1" lang="en-US" altLang="ja-JP" dirty="0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C37CBD88-12B4-4564-9576-8F1033B20527}"/>
              </a:ext>
            </a:extLst>
          </p:cNvPr>
          <p:cNvGrpSpPr/>
          <p:nvPr/>
        </p:nvGrpSpPr>
        <p:grpSpPr>
          <a:xfrm>
            <a:off x="2243023" y="5008754"/>
            <a:ext cx="975146" cy="533401"/>
            <a:chOff x="2178754" y="4999037"/>
            <a:chExt cx="1151467" cy="533401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27202E7-C292-41D6-B70E-1EEF101AC0FE}"/>
                </a:ext>
              </a:extLst>
            </p:cNvPr>
            <p:cNvSpPr txBox="1"/>
            <p:nvPr/>
          </p:nvSpPr>
          <p:spPr>
            <a:xfrm>
              <a:off x="2427111" y="5163106"/>
              <a:ext cx="6547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>
                  <a:solidFill>
                    <a:srgbClr val="FF0000"/>
                  </a:solidFill>
                </a:rPr>
                <a:t>●</a:t>
              </a: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526EF94-0668-4517-ADBF-4DF8702928D8}"/>
                </a:ext>
              </a:extLst>
            </p:cNvPr>
            <p:cNvSpPr txBox="1"/>
            <p:nvPr/>
          </p:nvSpPr>
          <p:spPr>
            <a:xfrm>
              <a:off x="2178754" y="4999037"/>
              <a:ext cx="11514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 dirty="0"/>
                <a:t>プレイヤー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E52CB9E2-99DF-4333-8EAD-D39F82C02C12}"/>
              </a:ext>
            </a:extLst>
          </p:cNvPr>
          <p:cNvGrpSpPr/>
          <p:nvPr/>
        </p:nvGrpSpPr>
        <p:grpSpPr>
          <a:xfrm>
            <a:off x="790499" y="2393572"/>
            <a:ext cx="3945467" cy="3945467"/>
            <a:chOff x="659631" y="2359377"/>
            <a:chExt cx="3945467" cy="3945467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5087E74-7C8C-4222-93AF-3401FE244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59631" y="2359377"/>
              <a:ext cx="3945467" cy="3945467"/>
            </a:xfrm>
            <a:prstGeom prst="rect">
              <a:avLst/>
            </a:prstGeom>
          </p:spPr>
        </p:pic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EE8166DD-F08A-4694-B8A3-94FF16B1E000}"/>
                </a:ext>
              </a:extLst>
            </p:cNvPr>
            <p:cNvSpPr txBox="1"/>
            <p:nvPr/>
          </p:nvSpPr>
          <p:spPr>
            <a:xfrm>
              <a:off x="3239912" y="5204178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07610C3D-5133-4459-8B1B-87D92FEB7055}"/>
                </a:ext>
              </a:extLst>
            </p:cNvPr>
            <p:cNvSpPr txBox="1"/>
            <p:nvPr/>
          </p:nvSpPr>
          <p:spPr>
            <a:xfrm>
              <a:off x="1577239" y="5204178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F219F707-7326-448A-B74C-F78A4D43B523}"/>
                </a:ext>
              </a:extLst>
            </p:cNvPr>
            <p:cNvSpPr txBox="1"/>
            <p:nvPr/>
          </p:nvSpPr>
          <p:spPr>
            <a:xfrm>
              <a:off x="1577239" y="4984634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4786783-ABFD-43E2-8EE1-940FF7287B4D}"/>
                </a:ext>
              </a:extLst>
            </p:cNvPr>
            <p:cNvSpPr txBox="1"/>
            <p:nvPr/>
          </p:nvSpPr>
          <p:spPr>
            <a:xfrm>
              <a:off x="1763505" y="520417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DE19353-77FC-4CA7-A974-45CAB75ACD4E}"/>
                </a:ext>
              </a:extLst>
            </p:cNvPr>
            <p:cNvSpPr txBox="1"/>
            <p:nvPr/>
          </p:nvSpPr>
          <p:spPr>
            <a:xfrm>
              <a:off x="2833513" y="520417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A6773250-B8B6-4BDD-B23F-5AF2BB7D717D}"/>
                </a:ext>
              </a:extLst>
            </p:cNvPr>
            <p:cNvSpPr txBox="1"/>
            <p:nvPr/>
          </p:nvSpPr>
          <p:spPr>
            <a:xfrm>
              <a:off x="3031903" y="5181599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EDEE7675-A0E0-4F84-8896-BE6A8F836760}"/>
                </a:ext>
              </a:extLst>
            </p:cNvPr>
            <p:cNvSpPr txBox="1"/>
            <p:nvPr/>
          </p:nvSpPr>
          <p:spPr>
            <a:xfrm>
              <a:off x="3031903" y="4962056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38502A13-9702-4DC6-B0DA-1DCEE6E2EB07}"/>
                </a:ext>
              </a:extLst>
            </p:cNvPr>
            <p:cNvSpPr txBox="1"/>
            <p:nvPr/>
          </p:nvSpPr>
          <p:spPr>
            <a:xfrm>
              <a:off x="3438754" y="3297533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D6ADCA-827E-41D8-9454-E4118EA0663E}"/>
                </a:ext>
              </a:extLst>
            </p:cNvPr>
            <p:cNvSpPr txBox="1"/>
            <p:nvPr/>
          </p:nvSpPr>
          <p:spPr>
            <a:xfrm>
              <a:off x="3521751" y="482461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CC8FB718-3B39-4BF3-BAE7-BBAA4F97A8B8}"/>
                </a:ext>
              </a:extLst>
            </p:cNvPr>
            <p:cNvSpPr txBox="1"/>
            <p:nvPr/>
          </p:nvSpPr>
          <p:spPr>
            <a:xfrm>
              <a:off x="3438754" y="3519983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01BBE4E9-2BCF-4C2E-8F14-FC2DF4A3EE37}"/>
                </a:ext>
              </a:extLst>
            </p:cNvPr>
            <p:cNvSpPr txBox="1"/>
            <p:nvPr/>
          </p:nvSpPr>
          <p:spPr>
            <a:xfrm>
              <a:off x="1676660" y="306670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EB118DE2-4FC7-444C-9AF4-D6DC068FE991}"/>
                </a:ext>
              </a:extLst>
            </p:cNvPr>
            <p:cNvSpPr txBox="1"/>
            <p:nvPr/>
          </p:nvSpPr>
          <p:spPr>
            <a:xfrm>
              <a:off x="1887298" y="306345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D6ECF5B6-7831-4824-9582-ED54732D6DB1}"/>
                </a:ext>
              </a:extLst>
            </p:cNvPr>
            <p:cNvSpPr txBox="1"/>
            <p:nvPr/>
          </p:nvSpPr>
          <p:spPr>
            <a:xfrm>
              <a:off x="1781979" y="328915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CD116DE5-AC1C-49EA-89B0-BD5FE06EEC38}"/>
                </a:ext>
              </a:extLst>
            </p:cNvPr>
            <p:cNvSpPr txBox="1"/>
            <p:nvPr/>
          </p:nvSpPr>
          <p:spPr>
            <a:xfrm>
              <a:off x="3438753" y="3075083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67F75C4A-B5EE-48B2-B8C0-02186C6E2D1C}"/>
                </a:ext>
              </a:extLst>
            </p:cNvPr>
            <p:cNvSpPr txBox="1"/>
            <p:nvPr/>
          </p:nvSpPr>
          <p:spPr>
            <a:xfrm>
              <a:off x="3239912" y="306345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D53BA763-D66B-4C42-96E4-67D60FF72B20}"/>
                </a:ext>
              </a:extLst>
            </p:cNvPr>
            <p:cNvSpPr txBox="1"/>
            <p:nvPr/>
          </p:nvSpPr>
          <p:spPr>
            <a:xfrm>
              <a:off x="3041071" y="306345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7EF4354F-3424-48AB-833B-A1DA40F47D3B}"/>
                </a:ext>
              </a:extLst>
            </p:cNvPr>
            <p:cNvSpPr txBox="1"/>
            <p:nvPr/>
          </p:nvSpPr>
          <p:spPr>
            <a:xfrm>
              <a:off x="1298482" y="3742432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53CF248D-C050-4388-95B8-AFA3911C733B}"/>
                </a:ext>
              </a:extLst>
            </p:cNvPr>
            <p:cNvSpPr txBox="1"/>
            <p:nvPr/>
          </p:nvSpPr>
          <p:spPr>
            <a:xfrm>
              <a:off x="1298481" y="3912606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663A20E3-5DD3-494E-A8DC-90BF8A0A9DBC}"/>
                </a:ext>
              </a:extLst>
            </p:cNvPr>
            <p:cNvSpPr txBox="1"/>
            <p:nvPr/>
          </p:nvSpPr>
          <p:spPr>
            <a:xfrm>
              <a:off x="1298480" y="408278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2D499AF2-AA34-49EB-BE6B-B724B6CFFD4B}"/>
                </a:ext>
              </a:extLst>
            </p:cNvPr>
            <p:cNvSpPr txBox="1"/>
            <p:nvPr/>
          </p:nvSpPr>
          <p:spPr>
            <a:xfrm>
              <a:off x="1298479" y="4252954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E1D99EF6-FE4B-47E0-9E24-F7DE0E25A61C}"/>
                </a:ext>
              </a:extLst>
            </p:cNvPr>
            <p:cNvSpPr txBox="1"/>
            <p:nvPr/>
          </p:nvSpPr>
          <p:spPr>
            <a:xfrm>
              <a:off x="1347678" y="5191109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665A56CA-306B-4DE3-B5B5-A60BEE94470B}"/>
                </a:ext>
              </a:extLst>
            </p:cNvPr>
            <p:cNvSpPr txBox="1"/>
            <p:nvPr/>
          </p:nvSpPr>
          <p:spPr>
            <a:xfrm rot="16200000">
              <a:off x="3214009" y="3278686"/>
              <a:ext cx="4897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solidFill>
                    <a:schemeClr val="accent2"/>
                  </a:solidFill>
                </a:rPr>
                <a:t>▲</a:t>
              </a:r>
            </a:p>
          </p:txBody>
        </p:sp>
      </p:grpSp>
      <p:pic>
        <p:nvPicPr>
          <p:cNvPr id="1026" name="Picture 2">
            <a:extLst>
              <a:ext uri="{FF2B5EF4-FFF2-40B4-BE49-F238E27FC236}">
                <a16:creationId xmlns:a16="http://schemas.microsoft.com/office/drawing/2014/main" id="{AED99686-8E3D-432D-9282-75364E517B2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701465" y="2873579"/>
            <a:ext cx="2197777" cy="33581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91E4482D-EA6F-41C5-9C20-D6454F39816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4906" y="2910612"/>
            <a:ext cx="1632324" cy="34284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024" name="テキスト ボックス 1023">
            <a:extLst>
              <a:ext uri="{FF2B5EF4-FFF2-40B4-BE49-F238E27FC236}">
                <a16:creationId xmlns:a16="http://schemas.microsoft.com/office/drawing/2014/main" id="{95F86F28-CDC4-4636-BB05-0B110B15532E}"/>
              </a:ext>
            </a:extLst>
          </p:cNvPr>
          <p:cNvSpPr txBox="1"/>
          <p:nvPr/>
        </p:nvSpPr>
        <p:spPr>
          <a:xfrm>
            <a:off x="5111492" y="2105417"/>
            <a:ext cx="3621290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5000" dirty="0">
                <a:solidFill>
                  <a:srgbClr val="FF0000"/>
                </a:solidFill>
              </a:rPr>
              <a:t>〇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79B1B2E-6077-477D-B44E-4E2640032670}"/>
              </a:ext>
            </a:extLst>
          </p:cNvPr>
          <p:cNvSpPr txBox="1"/>
          <p:nvPr/>
        </p:nvSpPr>
        <p:spPr>
          <a:xfrm>
            <a:off x="7189545" y="1641118"/>
            <a:ext cx="3136128" cy="31700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20000" dirty="0">
                <a:solidFill>
                  <a:srgbClr val="0070C0"/>
                </a:solidFill>
              </a:rPr>
              <a:t>×</a:t>
            </a:r>
            <a:endParaRPr kumimoji="1" lang="ja-JP" altLang="en-US" sz="20000" dirty="0">
              <a:solidFill>
                <a:srgbClr val="0070C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1251398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6BAFEC3-C274-404F-899E-4B756C272E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0"/>
            <a:ext cx="10515600" cy="1325563"/>
          </a:xfrm>
        </p:spPr>
        <p:txBody>
          <a:bodyPr/>
          <a:lstStyle/>
          <a:p>
            <a:r>
              <a:rPr kumimoji="1" lang="ja-JP" altLang="en-US" b="1" u="sng" dirty="0">
                <a:solidFill>
                  <a:srgbClr val="00B05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ステージの回転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7D12438B-FF29-481B-B97D-41A65A7C2657}"/>
              </a:ext>
            </a:extLst>
          </p:cNvPr>
          <p:cNvSpPr txBox="1"/>
          <p:nvPr/>
        </p:nvSpPr>
        <p:spPr>
          <a:xfrm>
            <a:off x="0" y="1005738"/>
            <a:ext cx="11593690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/>
              <a:t>・</a:t>
            </a:r>
            <a:r>
              <a:rPr kumimoji="1" lang="ja-JP" altLang="en-US" sz="2400" dirty="0"/>
              <a:t>ステージを</a:t>
            </a:r>
            <a:r>
              <a:rPr kumimoji="1" lang="en-US" altLang="ja-JP" sz="2400" dirty="0"/>
              <a:t>90</a:t>
            </a:r>
            <a:r>
              <a:rPr kumimoji="1" lang="ja-JP" altLang="en-US" sz="2400" dirty="0"/>
              <a:t>度回転させることができる</a:t>
            </a:r>
            <a:r>
              <a:rPr kumimoji="1" lang="en-US" altLang="ja-JP" sz="2400" dirty="0"/>
              <a:t>(</a:t>
            </a:r>
            <a:r>
              <a:rPr kumimoji="1" lang="ja-JP" altLang="en-US" sz="2400" dirty="0"/>
              <a:t>一度回転を使うと</a:t>
            </a:r>
            <a:r>
              <a:rPr kumimoji="1" lang="en-US" altLang="ja-JP" sz="2400" u="sng" dirty="0">
                <a:solidFill>
                  <a:srgbClr val="FF0000"/>
                </a:solidFill>
              </a:rPr>
              <a:t>5</a:t>
            </a:r>
            <a:r>
              <a:rPr kumimoji="1" lang="ja-JP" altLang="en-US" sz="2400" u="sng" dirty="0">
                <a:solidFill>
                  <a:srgbClr val="FF0000"/>
                </a:solidFill>
              </a:rPr>
              <a:t>秒間は使えない</a:t>
            </a:r>
            <a:r>
              <a:rPr kumimoji="1" lang="en-US" altLang="ja-JP" sz="2400" dirty="0"/>
              <a:t>)</a:t>
            </a:r>
            <a:endParaRPr lang="en-US" altLang="ja-JP" sz="2400" dirty="0"/>
          </a:p>
          <a:p>
            <a:r>
              <a:rPr kumimoji="1" lang="ja-JP" altLang="en-US" sz="2400" dirty="0"/>
              <a:t>・回転させることで壁に置いていて</a:t>
            </a:r>
            <a:r>
              <a:rPr kumimoji="1" lang="ja-JP" altLang="en-US" sz="2400" dirty="0">
                <a:solidFill>
                  <a:srgbClr val="00B050"/>
                </a:solidFill>
              </a:rPr>
              <a:t>取れない</a:t>
            </a:r>
            <a:r>
              <a:rPr lang="ja-JP" altLang="en-US" sz="2400" dirty="0">
                <a:solidFill>
                  <a:srgbClr val="00B050"/>
                </a:solidFill>
              </a:rPr>
              <a:t>鍵など</a:t>
            </a:r>
            <a:r>
              <a:rPr kumimoji="1" lang="ja-JP" altLang="en-US" sz="2400" dirty="0">
                <a:solidFill>
                  <a:srgbClr val="00B050"/>
                </a:solidFill>
              </a:rPr>
              <a:t>を取る</a:t>
            </a:r>
            <a:r>
              <a:rPr kumimoji="1" lang="ja-JP" altLang="en-US" sz="2400" dirty="0"/>
              <a:t>ことができるようになったり</a:t>
            </a:r>
            <a:r>
              <a:rPr lang="ja-JP" altLang="en-US" sz="2400" dirty="0"/>
              <a:t>、</a:t>
            </a:r>
            <a:r>
              <a:rPr lang="ja-JP" altLang="en-US" sz="2400" dirty="0">
                <a:solidFill>
                  <a:srgbClr val="00B050"/>
                </a:solidFill>
              </a:rPr>
              <a:t>簡単そうなルート</a:t>
            </a:r>
            <a:r>
              <a:rPr lang="ja-JP" altLang="en-US" sz="2400" dirty="0"/>
              <a:t>選んだりできる</a:t>
            </a:r>
            <a:endParaRPr kumimoji="1" lang="en-US" altLang="ja-JP" sz="2400" dirty="0"/>
          </a:p>
          <a:p>
            <a:endParaRPr lang="en-US" altLang="ja-JP" dirty="0"/>
          </a:p>
          <a:p>
            <a:endParaRPr kumimoji="1" lang="en-US" altLang="ja-JP" dirty="0"/>
          </a:p>
          <a:p>
            <a:endParaRPr kumimoji="1" lang="en-US" altLang="ja-JP" dirty="0"/>
          </a:p>
        </p:txBody>
      </p:sp>
      <p:grpSp>
        <p:nvGrpSpPr>
          <p:cNvPr id="12" name="グループ化 11">
            <a:extLst>
              <a:ext uri="{FF2B5EF4-FFF2-40B4-BE49-F238E27FC236}">
                <a16:creationId xmlns:a16="http://schemas.microsoft.com/office/drawing/2014/main" id="{C37CBD88-12B4-4564-9576-8F1033B20527}"/>
              </a:ext>
            </a:extLst>
          </p:cNvPr>
          <p:cNvGrpSpPr/>
          <p:nvPr/>
        </p:nvGrpSpPr>
        <p:grpSpPr>
          <a:xfrm>
            <a:off x="2243023" y="5008754"/>
            <a:ext cx="975146" cy="533401"/>
            <a:chOff x="2178754" y="4999037"/>
            <a:chExt cx="1151467" cy="533401"/>
          </a:xfrm>
        </p:grpSpPr>
        <p:sp>
          <p:nvSpPr>
            <p:cNvPr id="9" name="テキスト ボックス 8">
              <a:extLst>
                <a:ext uri="{FF2B5EF4-FFF2-40B4-BE49-F238E27FC236}">
                  <a16:creationId xmlns:a16="http://schemas.microsoft.com/office/drawing/2014/main" id="{C27202E7-C292-41D6-B70E-1EEF101AC0FE}"/>
                </a:ext>
              </a:extLst>
            </p:cNvPr>
            <p:cNvSpPr txBox="1"/>
            <p:nvPr/>
          </p:nvSpPr>
          <p:spPr>
            <a:xfrm>
              <a:off x="2427111" y="5163106"/>
              <a:ext cx="6547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>
                  <a:solidFill>
                    <a:srgbClr val="FF0000"/>
                  </a:solidFill>
                </a:rPr>
                <a:t>●</a:t>
              </a:r>
            </a:p>
          </p:txBody>
        </p:sp>
        <p:sp>
          <p:nvSpPr>
            <p:cNvPr id="10" name="テキスト ボックス 9">
              <a:extLst>
                <a:ext uri="{FF2B5EF4-FFF2-40B4-BE49-F238E27FC236}">
                  <a16:creationId xmlns:a16="http://schemas.microsoft.com/office/drawing/2014/main" id="{2526EF94-0668-4517-ADBF-4DF8702928D8}"/>
                </a:ext>
              </a:extLst>
            </p:cNvPr>
            <p:cNvSpPr txBox="1"/>
            <p:nvPr/>
          </p:nvSpPr>
          <p:spPr>
            <a:xfrm>
              <a:off x="2178754" y="4999037"/>
              <a:ext cx="11514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 dirty="0"/>
                <a:t>プレイヤー</a:t>
              </a:r>
            </a:p>
          </p:txBody>
        </p:sp>
      </p:grpSp>
      <p:grpSp>
        <p:nvGrpSpPr>
          <p:cNvPr id="35" name="グループ化 34">
            <a:extLst>
              <a:ext uri="{FF2B5EF4-FFF2-40B4-BE49-F238E27FC236}">
                <a16:creationId xmlns:a16="http://schemas.microsoft.com/office/drawing/2014/main" id="{E52CB9E2-99DF-4333-8EAD-D39F82C02C12}"/>
              </a:ext>
            </a:extLst>
          </p:cNvPr>
          <p:cNvGrpSpPr/>
          <p:nvPr/>
        </p:nvGrpSpPr>
        <p:grpSpPr>
          <a:xfrm>
            <a:off x="795682" y="2401536"/>
            <a:ext cx="3945467" cy="3945467"/>
            <a:chOff x="670920" y="2359377"/>
            <a:chExt cx="3945467" cy="3945467"/>
          </a:xfrm>
        </p:grpSpPr>
        <p:pic>
          <p:nvPicPr>
            <p:cNvPr id="7" name="図 6">
              <a:extLst>
                <a:ext uri="{FF2B5EF4-FFF2-40B4-BE49-F238E27FC236}">
                  <a16:creationId xmlns:a16="http://schemas.microsoft.com/office/drawing/2014/main" id="{55087E74-7C8C-4222-93AF-3401FE244229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20" y="2359377"/>
              <a:ext cx="3945467" cy="3945467"/>
            </a:xfrm>
            <a:prstGeom prst="rect">
              <a:avLst/>
            </a:prstGeom>
          </p:spPr>
        </p:pic>
        <p:sp>
          <p:nvSpPr>
            <p:cNvPr id="13" name="テキスト ボックス 12">
              <a:extLst>
                <a:ext uri="{FF2B5EF4-FFF2-40B4-BE49-F238E27FC236}">
                  <a16:creationId xmlns:a16="http://schemas.microsoft.com/office/drawing/2014/main" id="{EE8166DD-F08A-4694-B8A3-94FF16B1E000}"/>
                </a:ext>
              </a:extLst>
            </p:cNvPr>
            <p:cNvSpPr txBox="1"/>
            <p:nvPr/>
          </p:nvSpPr>
          <p:spPr>
            <a:xfrm>
              <a:off x="3239912" y="5204178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4" name="テキスト ボックス 13">
              <a:extLst>
                <a:ext uri="{FF2B5EF4-FFF2-40B4-BE49-F238E27FC236}">
                  <a16:creationId xmlns:a16="http://schemas.microsoft.com/office/drawing/2014/main" id="{07610C3D-5133-4459-8B1B-87D92FEB7055}"/>
                </a:ext>
              </a:extLst>
            </p:cNvPr>
            <p:cNvSpPr txBox="1"/>
            <p:nvPr/>
          </p:nvSpPr>
          <p:spPr>
            <a:xfrm>
              <a:off x="1577239" y="5204178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5" name="テキスト ボックス 14">
              <a:extLst>
                <a:ext uri="{FF2B5EF4-FFF2-40B4-BE49-F238E27FC236}">
                  <a16:creationId xmlns:a16="http://schemas.microsoft.com/office/drawing/2014/main" id="{F219F707-7326-448A-B74C-F78A4D43B523}"/>
                </a:ext>
              </a:extLst>
            </p:cNvPr>
            <p:cNvSpPr txBox="1"/>
            <p:nvPr/>
          </p:nvSpPr>
          <p:spPr>
            <a:xfrm>
              <a:off x="1577239" y="4984634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6" name="テキスト ボックス 15">
              <a:extLst>
                <a:ext uri="{FF2B5EF4-FFF2-40B4-BE49-F238E27FC236}">
                  <a16:creationId xmlns:a16="http://schemas.microsoft.com/office/drawing/2014/main" id="{44786783-ABFD-43E2-8EE1-940FF7287B4D}"/>
                </a:ext>
              </a:extLst>
            </p:cNvPr>
            <p:cNvSpPr txBox="1"/>
            <p:nvPr/>
          </p:nvSpPr>
          <p:spPr>
            <a:xfrm>
              <a:off x="1763505" y="520417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7" name="テキスト ボックス 16">
              <a:extLst>
                <a:ext uri="{FF2B5EF4-FFF2-40B4-BE49-F238E27FC236}">
                  <a16:creationId xmlns:a16="http://schemas.microsoft.com/office/drawing/2014/main" id="{9DE19353-77FC-4CA7-A974-45CAB75ACD4E}"/>
                </a:ext>
              </a:extLst>
            </p:cNvPr>
            <p:cNvSpPr txBox="1"/>
            <p:nvPr/>
          </p:nvSpPr>
          <p:spPr>
            <a:xfrm>
              <a:off x="2833513" y="520417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8" name="テキスト ボックス 17">
              <a:extLst>
                <a:ext uri="{FF2B5EF4-FFF2-40B4-BE49-F238E27FC236}">
                  <a16:creationId xmlns:a16="http://schemas.microsoft.com/office/drawing/2014/main" id="{A6773250-B8B6-4BDD-B23F-5AF2BB7D717D}"/>
                </a:ext>
              </a:extLst>
            </p:cNvPr>
            <p:cNvSpPr txBox="1"/>
            <p:nvPr/>
          </p:nvSpPr>
          <p:spPr>
            <a:xfrm>
              <a:off x="3031903" y="5181599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19" name="テキスト ボックス 18">
              <a:extLst>
                <a:ext uri="{FF2B5EF4-FFF2-40B4-BE49-F238E27FC236}">
                  <a16:creationId xmlns:a16="http://schemas.microsoft.com/office/drawing/2014/main" id="{EDEE7675-A0E0-4F84-8896-BE6A8F836760}"/>
                </a:ext>
              </a:extLst>
            </p:cNvPr>
            <p:cNvSpPr txBox="1"/>
            <p:nvPr/>
          </p:nvSpPr>
          <p:spPr>
            <a:xfrm>
              <a:off x="3031903" y="4962056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0" name="テキスト ボックス 19">
              <a:extLst>
                <a:ext uri="{FF2B5EF4-FFF2-40B4-BE49-F238E27FC236}">
                  <a16:creationId xmlns:a16="http://schemas.microsoft.com/office/drawing/2014/main" id="{38502A13-9702-4DC6-B0DA-1DCEE6E2EB07}"/>
                </a:ext>
              </a:extLst>
            </p:cNvPr>
            <p:cNvSpPr txBox="1"/>
            <p:nvPr/>
          </p:nvSpPr>
          <p:spPr>
            <a:xfrm>
              <a:off x="3438754" y="3297533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1" name="テキスト ボックス 20">
              <a:extLst>
                <a:ext uri="{FF2B5EF4-FFF2-40B4-BE49-F238E27FC236}">
                  <a16:creationId xmlns:a16="http://schemas.microsoft.com/office/drawing/2014/main" id="{97D6ADCA-827E-41D8-9454-E4118EA0663E}"/>
                </a:ext>
              </a:extLst>
            </p:cNvPr>
            <p:cNvSpPr txBox="1"/>
            <p:nvPr/>
          </p:nvSpPr>
          <p:spPr>
            <a:xfrm>
              <a:off x="3521751" y="482461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2" name="テキスト ボックス 21">
              <a:extLst>
                <a:ext uri="{FF2B5EF4-FFF2-40B4-BE49-F238E27FC236}">
                  <a16:creationId xmlns:a16="http://schemas.microsoft.com/office/drawing/2014/main" id="{CC8FB718-3B39-4BF3-BAE7-BBAA4F97A8B8}"/>
                </a:ext>
              </a:extLst>
            </p:cNvPr>
            <p:cNvSpPr txBox="1"/>
            <p:nvPr/>
          </p:nvSpPr>
          <p:spPr>
            <a:xfrm>
              <a:off x="3438754" y="3519983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3" name="テキスト ボックス 22">
              <a:extLst>
                <a:ext uri="{FF2B5EF4-FFF2-40B4-BE49-F238E27FC236}">
                  <a16:creationId xmlns:a16="http://schemas.microsoft.com/office/drawing/2014/main" id="{01BBE4E9-2BCF-4C2E-8F14-FC2DF4A3EE37}"/>
                </a:ext>
              </a:extLst>
            </p:cNvPr>
            <p:cNvSpPr txBox="1"/>
            <p:nvPr/>
          </p:nvSpPr>
          <p:spPr>
            <a:xfrm>
              <a:off x="1676660" y="306670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4" name="テキスト ボックス 23">
              <a:extLst>
                <a:ext uri="{FF2B5EF4-FFF2-40B4-BE49-F238E27FC236}">
                  <a16:creationId xmlns:a16="http://schemas.microsoft.com/office/drawing/2014/main" id="{EB118DE2-4FC7-444C-9AF4-D6DC068FE991}"/>
                </a:ext>
              </a:extLst>
            </p:cNvPr>
            <p:cNvSpPr txBox="1"/>
            <p:nvPr/>
          </p:nvSpPr>
          <p:spPr>
            <a:xfrm>
              <a:off x="1887298" y="306345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5" name="テキスト ボックス 24">
              <a:extLst>
                <a:ext uri="{FF2B5EF4-FFF2-40B4-BE49-F238E27FC236}">
                  <a16:creationId xmlns:a16="http://schemas.microsoft.com/office/drawing/2014/main" id="{D6ECF5B6-7831-4824-9582-ED54732D6DB1}"/>
                </a:ext>
              </a:extLst>
            </p:cNvPr>
            <p:cNvSpPr txBox="1"/>
            <p:nvPr/>
          </p:nvSpPr>
          <p:spPr>
            <a:xfrm>
              <a:off x="1781979" y="328915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6" name="テキスト ボックス 25">
              <a:extLst>
                <a:ext uri="{FF2B5EF4-FFF2-40B4-BE49-F238E27FC236}">
                  <a16:creationId xmlns:a16="http://schemas.microsoft.com/office/drawing/2014/main" id="{CD116DE5-AC1C-49EA-89B0-BD5FE06EEC38}"/>
                </a:ext>
              </a:extLst>
            </p:cNvPr>
            <p:cNvSpPr txBox="1"/>
            <p:nvPr/>
          </p:nvSpPr>
          <p:spPr>
            <a:xfrm>
              <a:off x="3438753" y="3075083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7" name="テキスト ボックス 26">
              <a:extLst>
                <a:ext uri="{FF2B5EF4-FFF2-40B4-BE49-F238E27FC236}">
                  <a16:creationId xmlns:a16="http://schemas.microsoft.com/office/drawing/2014/main" id="{67F75C4A-B5EE-48B2-B8C0-02186C6E2D1C}"/>
                </a:ext>
              </a:extLst>
            </p:cNvPr>
            <p:cNvSpPr txBox="1"/>
            <p:nvPr/>
          </p:nvSpPr>
          <p:spPr>
            <a:xfrm>
              <a:off x="3239912" y="306345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D53BA763-D66B-4C42-96E4-67D60FF72B20}"/>
                </a:ext>
              </a:extLst>
            </p:cNvPr>
            <p:cNvSpPr txBox="1"/>
            <p:nvPr/>
          </p:nvSpPr>
          <p:spPr>
            <a:xfrm>
              <a:off x="3041071" y="306345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7EF4354F-3424-48AB-833B-A1DA40F47D3B}"/>
                </a:ext>
              </a:extLst>
            </p:cNvPr>
            <p:cNvSpPr txBox="1"/>
            <p:nvPr/>
          </p:nvSpPr>
          <p:spPr>
            <a:xfrm>
              <a:off x="1298482" y="3742432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53CF248D-C050-4388-95B8-AFA3911C733B}"/>
                </a:ext>
              </a:extLst>
            </p:cNvPr>
            <p:cNvSpPr txBox="1"/>
            <p:nvPr/>
          </p:nvSpPr>
          <p:spPr>
            <a:xfrm>
              <a:off x="1298481" y="3912606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663A20E3-5DD3-494E-A8DC-90BF8A0A9DBC}"/>
                </a:ext>
              </a:extLst>
            </p:cNvPr>
            <p:cNvSpPr txBox="1"/>
            <p:nvPr/>
          </p:nvSpPr>
          <p:spPr>
            <a:xfrm>
              <a:off x="1298480" y="408278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32" name="テキスト ボックス 31">
              <a:extLst>
                <a:ext uri="{FF2B5EF4-FFF2-40B4-BE49-F238E27FC236}">
                  <a16:creationId xmlns:a16="http://schemas.microsoft.com/office/drawing/2014/main" id="{2D499AF2-AA34-49EB-BE6B-B724B6CFFD4B}"/>
                </a:ext>
              </a:extLst>
            </p:cNvPr>
            <p:cNvSpPr txBox="1"/>
            <p:nvPr/>
          </p:nvSpPr>
          <p:spPr>
            <a:xfrm>
              <a:off x="1298479" y="4252954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33" name="テキスト ボックス 32">
              <a:extLst>
                <a:ext uri="{FF2B5EF4-FFF2-40B4-BE49-F238E27FC236}">
                  <a16:creationId xmlns:a16="http://schemas.microsoft.com/office/drawing/2014/main" id="{E1D99EF6-FE4B-47E0-9E24-F7DE0E25A61C}"/>
                </a:ext>
              </a:extLst>
            </p:cNvPr>
            <p:cNvSpPr txBox="1"/>
            <p:nvPr/>
          </p:nvSpPr>
          <p:spPr>
            <a:xfrm>
              <a:off x="1347678" y="5191109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34" name="テキスト ボックス 33">
              <a:extLst>
                <a:ext uri="{FF2B5EF4-FFF2-40B4-BE49-F238E27FC236}">
                  <a16:creationId xmlns:a16="http://schemas.microsoft.com/office/drawing/2014/main" id="{665A56CA-306B-4DE3-B5B5-A60BEE94470B}"/>
                </a:ext>
              </a:extLst>
            </p:cNvPr>
            <p:cNvSpPr txBox="1"/>
            <p:nvPr/>
          </p:nvSpPr>
          <p:spPr>
            <a:xfrm rot="16200000">
              <a:off x="3214009" y="3278686"/>
              <a:ext cx="4897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solidFill>
                    <a:schemeClr val="accent2"/>
                  </a:solidFill>
                </a:rPr>
                <a:t>▲</a:t>
              </a:r>
            </a:p>
          </p:txBody>
        </p:sp>
      </p:grp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CC20B10F-5B5E-4AEE-9045-421B61D5F084}"/>
              </a:ext>
            </a:extLst>
          </p:cNvPr>
          <p:cNvSpPr txBox="1"/>
          <p:nvPr/>
        </p:nvSpPr>
        <p:spPr>
          <a:xfrm>
            <a:off x="4680094" y="3875515"/>
            <a:ext cx="2134437" cy="132343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8000" dirty="0"/>
              <a:t>→</a:t>
            </a:r>
          </a:p>
        </p:txBody>
      </p:sp>
      <p:grpSp>
        <p:nvGrpSpPr>
          <p:cNvPr id="37" name="グループ化 36">
            <a:extLst>
              <a:ext uri="{FF2B5EF4-FFF2-40B4-BE49-F238E27FC236}">
                <a16:creationId xmlns:a16="http://schemas.microsoft.com/office/drawing/2014/main" id="{8B298DF6-2C54-4D1C-BCF7-0CF6D6E72DD9}"/>
              </a:ext>
            </a:extLst>
          </p:cNvPr>
          <p:cNvGrpSpPr/>
          <p:nvPr/>
        </p:nvGrpSpPr>
        <p:grpSpPr>
          <a:xfrm rot="5400000">
            <a:off x="5889915" y="2443696"/>
            <a:ext cx="3945467" cy="3945467"/>
            <a:chOff x="670920" y="2359377"/>
            <a:chExt cx="3945467" cy="3945467"/>
          </a:xfrm>
        </p:grpSpPr>
        <p:pic>
          <p:nvPicPr>
            <p:cNvPr id="38" name="図 37">
              <a:extLst>
                <a:ext uri="{FF2B5EF4-FFF2-40B4-BE49-F238E27FC236}">
                  <a16:creationId xmlns:a16="http://schemas.microsoft.com/office/drawing/2014/main" id="{0D06508E-263C-4DDC-BD7F-2CE5656C00C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670920" y="2359377"/>
              <a:ext cx="3945467" cy="3945467"/>
            </a:xfrm>
            <a:prstGeom prst="rect">
              <a:avLst/>
            </a:prstGeom>
          </p:spPr>
        </p:pic>
        <p:sp>
          <p:nvSpPr>
            <p:cNvPr id="39" name="テキスト ボックス 38">
              <a:extLst>
                <a:ext uri="{FF2B5EF4-FFF2-40B4-BE49-F238E27FC236}">
                  <a16:creationId xmlns:a16="http://schemas.microsoft.com/office/drawing/2014/main" id="{DB1A2653-EC1D-4A1A-A191-2EEE859A81F3}"/>
                </a:ext>
              </a:extLst>
            </p:cNvPr>
            <p:cNvSpPr txBox="1"/>
            <p:nvPr/>
          </p:nvSpPr>
          <p:spPr>
            <a:xfrm>
              <a:off x="3239912" y="5204178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40" name="テキスト ボックス 39">
              <a:extLst>
                <a:ext uri="{FF2B5EF4-FFF2-40B4-BE49-F238E27FC236}">
                  <a16:creationId xmlns:a16="http://schemas.microsoft.com/office/drawing/2014/main" id="{7A7BA513-D768-4414-A58C-279438F1AB42}"/>
                </a:ext>
              </a:extLst>
            </p:cNvPr>
            <p:cNvSpPr txBox="1"/>
            <p:nvPr/>
          </p:nvSpPr>
          <p:spPr>
            <a:xfrm>
              <a:off x="1577239" y="5204178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41" name="テキスト ボックス 40">
              <a:extLst>
                <a:ext uri="{FF2B5EF4-FFF2-40B4-BE49-F238E27FC236}">
                  <a16:creationId xmlns:a16="http://schemas.microsoft.com/office/drawing/2014/main" id="{F1832EB4-97B9-4972-A121-5101F9DE1005}"/>
                </a:ext>
              </a:extLst>
            </p:cNvPr>
            <p:cNvSpPr txBox="1"/>
            <p:nvPr/>
          </p:nvSpPr>
          <p:spPr>
            <a:xfrm>
              <a:off x="1577239" y="4984634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42" name="テキスト ボックス 41">
              <a:extLst>
                <a:ext uri="{FF2B5EF4-FFF2-40B4-BE49-F238E27FC236}">
                  <a16:creationId xmlns:a16="http://schemas.microsoft.com/office/drawing/2014/main" id="{CBCFE9E0-E7D0-4A37-A526-37E963857D45}"/>
                </a:ext>
              </a:extLst>
            </p:cNvPr>
            <p:cNvSpPr txBox="1"/>
            <p:nvPr/>
          </p:nvSpPr>
          <p:spPr>
            <a:xfrm>
              <a:off x="1763505" y="520417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43" name="テキスト ボックス 42">
              <a:extLst>
                <a:ext uri="{FF2B5EF4-FFF2-40B4-BE49-F238E27FC236}">
                  <a16:creationId xmlns:a16="http://schemas.microsoft.com/office/drawing/2014/main" id="{BBFF0C9A-6DE0-4A1C-9F93-AC184FA635B8}"/>
                </a:ext>
              </a:extLst>
            </p:cNvPr>
            <p:cNvSpPr txBox="1"/>
            <p:nvPr/>
          </p:nvSpPr>
          <p:spPr>
            <a:xfrm>
              <a:off x="2833513" y="520417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44" name="テキスト ボックス 43">
              <a:extLst>
                <a:ext uri="{FF2B5EF4-FFF2-40B4-BE49-F238E27FC236}">
                  <a16:creationId xmlns:a16="http://schemas.microsoft.com/office/drawing/2014/main" id="{0AF8AE8C-535D-4696-AC87-DB558B2DD803}"/>
                </a:ext>
              </a:extLst>
            </p:cNvPr>
            <p:cNvSpPr txBox="1"/>
            <p:nvPr/>
          </p:nvSpPr>
          <p:spPr>
            <a:xfrm>
              <a:off x="3031903" y="5181599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45" name="テキスト ボックス 44">
              <a:extLst>
                <a:ext uri="{FF2B5EF4-FFF2-40B4-BE49-F238E27FC236}">
                  <a16:creationId xmlns:a16="http://schemas.microsoft.com/office/drawing/2014/main" id="{A446627A-A58B-4A2F-9C7A-4FA5CED1C3E3}"/>
                </a:ext>
              </a:extLst>
            </p:cNvPr>
            <p:cNvSpPr txBox="1"/>
            <p:nvPr/>
          </p:nvSpPr>
          <p:spPr>
            <a:xfrm>
              <a:off x="3031903" y="4962056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46" name="テキスト ボックス 45">
              <a:extLst>
                <a:ext uri="{FF2B5EF4-FFF2-40B4-BE49-F238E27FC236}">
                  <a16:creationId xmlns:a16="http://schemas.microsoft.com/office/drawing/2014/main" id="{304C3A04-9C16-4DAD-8275-FB1B4C8D531C}"/>
                </a:ext>
              </a:extLst>
            </p:cNvPr>
            <p:cNvSpPr txBox="1"/>
            <p:nvPr/>
          </p:nvSpPr>
          <p:spPr>
            <a:xfrm>
              <a:off x="3438754" y="3297533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47" name="テキスト ボックス 46">
              <a:extLst>
                <a:ext uri="{FF2B5EF4-FFF2-40B4-BE49-F238E27FC236}">
                  <a16:creationId xmlns:a16="http://schemas.microsoft.com/office/drawing/2014/main" id="{CFF96B6A-2D9A-441D-B3B8-1460933AF0C4}"/>
                </a:ext>
              </a:extLst>
            </p:cNvPr>
            <p:cNvSpPr txBox="1"/>
            <p:nvPr/>
          </p:nvSpPr>
          <p:spPr>
            <a:xfrm>
              <a:off x="3521751" y="482461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48" name="テキスト ボックス 47">
              <a:extLst>
                <a:ext uri="{FF2B5EF4-FFF2-40B4-BE49-F238E27FC236}">
                  <a16:creationId xmlns:a16="http://schemas.microsoft.com/office/drawing/2014/main" id="{AE3EF3A8-7E7E-4452-ADB8-34D2B1D660CC}"/>
                </a:ext>
              </a:extLst>
            </p:cNvPr>
            <p:cNvSpPr txBox="1"/>
            <p:nvPr/>
          </p:nvSpPr>
          <p:spPr>
            <a:xfrm>
              <a:off x="3438754" y="3519983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49" name="テキスト ボックス 48">
              <a:extLst>
                <a:ext uri="{FF2B5EF4-FFF2-40B4-BE49-F238E27FC236}">
                  <a16:creationId xmlns:a16="http://schemas.microsoft.com/office/drawing/2014/main" id="{9CC96C37-2BA0-4D68-B007-2E18582D471F}"/>
                </a:ext>
              </a:extLst>
            </p:cNvPr>
            <p:cNvSpPr txBox="1"/>
            <p:nvPr/>
          </p:nvSpPr>
          <p:spPr>
            <a:xfrm>
              <a:off x="1676660" y="306670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50" name="テキスト ボックス 49">
              <a:extLst>
                <a:ext uri="{FF2B5EF4-FFF2-40B4-BE49-F238E27FC236}">
                  <a16:creationId xmlns:a16="http://schemas.microsoft.com/office/drawing/2014/main" id="{AF806723-EFB9-4E3D-B42F-BCE32A2DB828}"/>
                </a:ext>
              </a:extLst>
            </p:cNvPr>
            <p:cNvSpPr txBox="1"/>
            <p:nvPr/>
          </p:nvSpPr>
          <p:spPr>
            <a:xfrm>
              <a:off x="1887298" y="306345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51" name="テキスト ボックス 50">
              <a:extLst>
                <a:ext uri="{FF2B5EF4-FFF2-40B4-BE49-F238E27FC236}">
                  <a16:creationId xmlns:a16="http://schemas.microsoft.com/office/drawing/2014/main" id="{7B996B15-9E5B-4C34-9716-42DFBD362D74}"/>
                </a:ext>
              </a:extLst>
            </p:cNvPr>
            <p:cNvSpPr txBox="1"/>
            <p:nvPr/>
          </p:nvSpPr>
          <p:spPr>
            <a:xfrm>
              <a:off x="1781979" y="328915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52" name="テキスト ボックス 51">
              <a:extLst>
                <a:ext uri="{FF2B5EF4-FFF2-40B4-BE49-F238E27FC236}">
                  <a16:creationId xmlns:a16="http://schemas.microsoft.com/office/drawing/2014/main" id="{C9F1C57D-0F6A-4819-8542-5E943476E831}"/>
                </a:ext>
              </a:extLst>
            </p:cNvPr>
            <p:cNvSpPr txBox="1"/>
            <p:nvPr/>
          </p:nvSpPr>
          <p:spPr>
            <a:xfrm>
              <a:off x="3438753" y="3075083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53" name="テキスト ボックス 52">
              <a:extLst>
                <a:ext uri="{FF2B5EF4-FFF2-40B4-BE49-F238E27FC236}">
                  <a16:creationId xmlns:a16="http://schemas.microsoft.com/office/drawing/2014/main" id="{58D682B9-FF1D-4F70-A335-26DF1D7559B3}"/>
                </a:ext>
              </a:extLst>
            </p:cNvPr>
            <p:cNvSpPr txBox="1"/>
            <p:nvPr/>
          </p:nvSpPr>
          <p:spPr>
            <a:xfrm>
              <a:off x="3239912" y="306345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54" name="テキスト ボックス 53">
              <a:extLst>
                <a:ext uri="{FF2B5EF4-FFF2-40B4-BE49-F238E27FC236}">
                  <a16:creationId xmlns:a16="http://schemas.microsoft.com/office/drawing/2014/main" id="{A0F8A73B-3128-4B86-8EE3-110E8AD9D99C}"/>
                </a:ext>
              </a:extLst>
            </p:cNvPr>
            <p:cNvSpPr txBox="1"/>
            <p:nvPr/>
          </p:nvSpPr>
          <p:spPr>
            <a:xfrm>
              <a:off x="3041071" y="3063457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55" name="テキスト ボックス 54">
              <a:extLst>
                <a:ext uri="{FF2B5EF4-FFF2-40B4-BE49-F238E27FC236}">
                  <a16:creationId xmlns:a16="http://schemas.microsoft.com/office/drawing/2014/main" id="{CAF2AF67-F2F2-4A84-A956-0B35239532F2}"/>
                </a:ext>
              </a:extLst>
            </p:cNvPr>
            <p:cNvSpPr txBox="1"/>
            <p:nvPr/>
          </p:nvSpPr>
          <p:spPr>
            <a:xfrm>
              <a:off x="1298482" y="3742432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56" name="テキスト ボックス 55">
              <a:extLst>
                <a:ext uri="{FF2B5EF4-FFF2-40B4-BE49-F238E27FC236}">
                  <a16:creationId xmlns:a16="http://schemas.microsoft.com/office/drawing/2014/main" id="{64207152-BA39-4CCB-AA80-6AF118AB5C31}"/>
                </a:ext>
              </a:extLst>
            </p:cNvPr>
            <p:cNvSpPr txBox="1"/>
            <p:nvPr/>
          </p:nvSpPr>
          <p:spPr>
            <a:xfrm>
              <a:off x="1298481" y="3912606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57" name="テキスト ボックス 56">
              <a:extLst>
                <a:ext uri="{FF2B5EF4-FFF2-40B4-BE49-F238E27FC236}">
                  <a16:creationId xmlns:a16="http://schemas.microsoft.com/office/drawing/2014/main" id="{EDDFA1BD-FE36-4828-B443-F9FCD86E9E18}"/>
                </a:ext>
              </a:extLst>
            </p:cNvPr>
            <p:cNvSpPr txBox="1"/>
            <p:nvPr/>
          </p:nvSpPr>
          <p:spPr>
            <a:xfrm>
              <a:off x="1298480" y="4082780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58" name="テキスト ボックス 57">
              <a:extLst>
                <a:ext uri="{FF2B5EF4-FFF2-40B4-BE49-F238E27FC236}">
                  <a16:creationId xmlns:a16="http://schemas.microsoft.com/office/drawing/2014/main" id="{592FACA4-ABA8-426F-9F0E-0B86760682DA}"/>
                </a:ext>
              </a:extLst>
            </p:cNvPr>
            <p:cNvSpPr txBox="1"/>
            <p:nvPr/>
          </p:nvSpPr>
          <p:spPr>
            <a:xfrm>
              <a:off x="1298479" y="4252954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59" name="テキスト ボックス 58">
              <a:extLst>
                <a:ext uri="{FF2B5EF4-FFF2-40B4-BE49-F238E27FC236}">
                  <a16:creationId xmlns:a16="http://schemas.microsoft.com/office/drawing/2014/main" id="{A89A4178-C78C-4849-AE95-01AF9D556477}"/>
                </a:ext>
              </a:extLst>
            </p:cNvPr>
            <p:cNvSpPr txBox="1"/>
            <p:nvPr/>
          </p:nvSpPr>
          <p:spPr>
            <a:xfrm>
              <a:off x="1347678" y="5191109"/>
              <a:ext cx="756355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2400" dirty="0"/>
                <a:t>■</a:t>
              </a:r>
            </a:p>
          </p:txBody>
        </p:sp>
        <p:sp>
          <p:nvSpPr>
            <p:cNvPr id="60" name="テキスト ボックス 59">
              <a:extLst>
                <a:ext uri="{FF2B5EF4-FFF2-40B4-BE49-F238E27FC236}">
                  <a16:creationId xmlns:a16="http://schemas.microsoft.com/office/drawing/2014/main" id="{9D80E32A-935D-422D-A8F5-4380F562DFBA}"/>
                </a:ext>
              </a:extLst>
            </p:cNvPr>
            <p:cNvSpPr txBox="1"/>
            <p:nvPr/>
          </p:nvSpPr>
          <p:spPr>
            <a:xfrm rot="16200000">
              <a:off x="3214009" y="3278686"/>
              <a:ext cx="48972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solidFill>
                    <a:schemeClr val="accent2"/>
                  </a:solidFill>
                </a:rPr>
                <a:t>▲</a:t>
              </a:r>
            </a:p>
          </p:txBody>
        </p:sp>
      </p:grpSp>
      <p:grpSp>
        <p:nvGrpSpPr>
          <p:cNvPr id="61" name="グループ化 60">
            <a:extLst>
              <a:ext uri="{FF2B5EF4-FFF2-40B4-BE49-F238E27FC236}">
                <a16:creationId xmlns:a16="http://schemas.microsoft.com/office/drawing/2014/main" id="{7E9C1F02-57D9-4D7B-AF99-4AA6D60208B8}"/>
              </a:ext>
            </a:extLst>
          </p:cNvPr>
          <p:cNvGrpSpPr/>
          <p:nvPr/>
        </p:nvGrpSpPr>
        <p:grpSpPr>
          <a:xfrm>
            <a:off x="7521854" y="5036006"/>
            <a:ext cx="975146" cy="533401"/>
            <a:chOff x="2178754" y="4999037"/>
            <a:chExt cx="1151467" cy="533401"/>
          </a:xfrm>
        </p:grpSpPr>
        <p:sp>
          <p:nvSpPr>
            <p:cNvPr id="62" name="テキスト ボックス 61">
              <a:extLst>
                <a:ext uri="{FF2B5EF4-FFF2-40B4-BE49-F238E27FC236}">
                  <a16:creationId xmlns:a16="http://schemas.microsoft.com/office/drawing/2014/main" id="{A703D11C-6930-473B-8745-18919DE7F065}"/>
                </a:ext>
              </a:extLst>
            </p:cNvPr>
            <p:cNvSpPr txBox="1"/>
            <p:nvPr/>
          </p:nvSpPr>
          <p:spPr>
            <a:xfrm>
              <a:off x="2427111" y="5163106"/>
              <a:ext cx="65475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dirty="0">
                  <a:solidFill>
                    <a:srgbClr val="FF0000"/>
                  </a:solidFill>
                </a:rPr>
                <a:t>●</a:t>
              </a:r>
            </a:p>
          </p:txBody>
        </p:sp>
        <p:sp>
          <p:nvSpPr>
            <p:cNvPr id="63" name="テキスト ボックス 62">
              <a:extLst>
                <a:ext uri="{FF2B5EF4-FFF2-40B4-BE49-F238E27FC236}">
                  <a16:creationId xmlns:a16="http://schemas.microsoft.com/office/drawing/2014/main" id="{E96500E1-A530-40E6-899E-8445885F6295}"/>
                </a:ext>
              </a:extLst>
            </p:cNvPr>
            <p:cNvSpPr txBox="1"/>
            <p:nvPr/>
          </p:nvSpPr>
          <p:spPr>
            <a:xfrm>
              <a:off x="2178754" y="4999037"/>
              <a:ext cx="1151467" cy="27699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200" dirty="0"/>
                <a:t>プレイヤー</a:t>
              </a:r>
            </a:p>
          </p:txBody>
        </p:sp>
      </p:grp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28A906CC-1D44-4178-ABCE-60561966E9B9}"/>
              </a:ext>
            </a:extLst>
          </p:cNvPr>
          <p:cNvSpPr txBox="1"/>
          <p:nvPr/>
        </p:nvSpPr>
        <p:spPr>
          <a:xfrm>
            <a:off x="8497000" y="4884244"/>
            <a:ext cx="695032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400" dirty="0"/>
              <a:t>鍵</a:t>
            </a:r>
          </a:p>
        </p:txBody>
      </p:sp>
    </p:spTree>
    <p:extLst>
      <p:ext uri="{BB962C8B-B14F-4D97-AF65-F5344CB8AC3E}">
        <p14:creationId xmlns:p14="http://schemas.microsoft.com/office/powerpoint/2010/main" val="157193405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5CEAB112-62EC-4CB0-82ED-C2D8E4E8A7C0}"/>
              </a:ext>
            </a:extLst>
          </p:cNvPr>
          <p:cNvSpPr txBox="1"/>
          <p:nvPr/>
        </p:nvSpPr>
        <p:spPr>
          <a:xfrm>
            <a:off x="0" y="335411"/>
            <a:ext cx="12192000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u="sng" dirty="0">
                <a:solidFill>
                  <a:srgbClr val="00B0F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ステージのループ</a:t>
            </a:r>
            <a:endParaRPr kumimoji="1" lang="en-US" altLang="ja-JP" sz="4000" u="sng" dirty="0">
              <a:solidFill>
                <a:srgbClr val="00B0F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kumimoji="1" lang="ja-JP" altLang="en-US" sz="3200" dirty="0"/>
              <a:t>・</a:t>
            </a:r>
            <a:r>
              <a:rPr kumimoji="1" lang="ja-JP" altLang="en-US" sz="3200" dirty="0">
                <a:solidFill>
                  <a:srgbClr val="00B0F0"/>
                </a:solidFill>
              </a:rPr>
              <a:t>条件</a:t>
            </a:r>
            <a:r>
              <a:rPr kumimoji="1" lang="en-US" altLang="ja-JP" sz="3200" dirty="0">
                <a:solidFill>
                  <a:srgbClr val="00B0F0"/>
                </a:solidFill>
              </a:rPr>
              <a:t>(</a:t>
            </a:r>
            <a:r>
              <a:rPr kumimoji="1" lang="ja-JP" altLang="en-US" sz="3200" dirty="0">
                <a:solidFill>
                  <a:srgbClr val="00B0F0"/>
                </a:solidFill>
              </a:rPr>
              <a:t>鍵を拾う等</a:t>
            </a:r>
            <a:r>
              <a:rPr kumimoji="1" lang="en-US" altLang="ja-JP" sz="3200" dirty="0">
                <a:solidFill>
                  <a:srgbClr val="00B0F0"/>
                </a:solidFill>
              </a:rPr>
              <a:t>)</a:t>
            </a:r>
            <a:r>
              <a:rPr kumimoji="1" lang="ja-JP" altLang="en-US" sz="3200" dirty="0">
                <a:solidFill>
                  <a:srgbClr val="00B0F0"/>
                </a:solidFill>
              </a:rPr>
              <a:t>を達成するまで</a:t>
            </a:r>
            <a:r>
              <a:rPr kumimoji="1" lang="ja-JP" altLang="en-US" sz="3200" dirty="0"/>
              <a:t>同じ場所を</a:t>
            </a:r>
            <a:r>
              <a:rPr kumimoji="1" lang="ja-JP" altLang="en-US" sz="3200" dirty="0">
                <a:solidFill>
                  <a:srgbClr val="00B0F0"/>
                </a:solidFill>
              </a:rPr>
              <a:t>ループ</a:t>
            </a:r>
            <a:r>
              <a:rPr kumimoji="1" lang="ja-JP" altLang="en-US" sz="3200" dirty="0"/>
              <a:t>することがある</a:t>
            </a:r>
            <a:endParaRPr kumimoji="1" lang="en-US" altLang="ja-JP" sz="3200" dirty="0"/>
          </a:p>
          <a:p>
            <a:r>
              <a:rPr lang="ja-JP" altLang="en-US" sz="3200" dirty="0"/>
              <a:t>・鍵が難しい場所に置いてあったりするので何度かループして取り方を見つけよう</a:t>
            </a:r>
            <a:endParaRPr lang="en-US" altLang="ja-JP" sz="3200" dirty="0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2A0A716-8128-4912-9F58-98293B8B1888}"/>
              </a:ext>
            </a:extLst>
          </p:cNvPr>
          <p:cNvSpPr txBox="1"/>
          <p:nvPr/>
        </p:nvSpPr>
        <p:spPr>
          <a:xfrm>
            <a:off x="0" y="3887267"/>
            <a:ext cx="12192000" cy="18774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4400" dirty="0"/>
              <a:t>ゲームクリア条件</a:t>
            </a:r>
            <a:endParaRPr lang="en-US" altLang="ja-JP" sz="4400" dirty="0"/>
          </a:p>
          <a:p>
            <a:r>
              <a:rPr lang="ja-JP" altLang="en-US" sz="3600" dirty="0"/>
              <a:t>・ステージを進んでいくとゴールが出てくる</a:t>
            </a:r>
            <a:endParaRPr lang="en-US" altLang="ja-JP" sz="3600" dirty="0"/>
          </a:p>
          <a:p>
            <a:r>
              <a:rPr lang="ja-JP" altLang="en-US" sz="3600" dirty="0"/>
              <a:t>・条件を満たした状態でゴールに触れるとクリアになる</a:t>
            </a:r>
            <a:endParaRPr lang="en-US" altLang="ja-JP" sz="3600" dirty="0"/>
          </a:p>
        </p:txBody>
      </p:sp>
    </p:spTree>
    <p:extLst>
      <p:ext uri="{BB962C8B-B14F-4D97-AF65-F5344CB8AC3E}">
        <p14:creationId xmlns:p14="http://schemas.microsoft.com/office/powerpoint/2010/main" val="50423605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F2A0A716-8128-4912-9F58-98293B8B1888}"/>
              </a:ext>
            </a:extLst>
          </p:cNvPr>
          <p:cNvSpPr txBox="1"/>
          <p:nvPr/>
        </p:nvSpPr>
        <p:spPr>
          <a:xfrm>
            <a:off x="237067" y="457200"/>
            <a:ext cx="12192000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4000" u="sng" dirty="0">
                <a:solidFill>
                  <a:srgbClr val="7030A0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プレイヤーの基本操作</a:t>
            </a:r>
            <a:endParaRPr kumimoji="1" lang="en-US" altLang="ja-JP" sz="4000" u="sng" dirty="0">
              <a:solidFill>
                <a:srgbClr val="7030A0"/>
              </a:solidFill>
              <a:effectLst>
                <a:outerShdw blurRad="38100" dist="38100" dir="2700000" algn="tl">
                  <a:srgbClr val="000000">
                    <a:alpha val="43137"/>
                  </a:srgbClr>
                </a:outerShdw>
              </a:effectLst>
            </a:endParaRPr>
          </a:p>
          <a:p>
            <a:r>
              <a:rPr lang="ja-JP" altLang="en-US" sz="4000" dirty="0"/>
              <a:t>・左右移動</a:t>
            </a:r>
            <a:endParaRPr lang="en-US" altLang="ja-JP" sz="4000" dirty="0"/>
          </a:p>
          <a:p>
            <a:r>
              <a:rPr lang="ja-JP" altLang="en-US" sz="4000" dirty="0"/>
              <a:t>・ジャンプ</a:t>
            </a:r>
            <a:endParaRPr lang="en-US" altLang="ja-JP" sz="4000" dirty="0"/>
          </a:p>
          <a:p>
            <a:r>
              <a:rPr lang="ja-JP" altLang="en-US" sz="4000" dirty="0"/>
              <a:t>・ステージの回転</a:t>
            </a:r>
            <a:endParaRPr kumimoji="1" lang="en-US" altLang="ja-JP" sz="4000" dirty="0"/>
          </a:p>
        </p:txBody>
      </p:sp>
    </p:spTree>
    <p:extLst>
      <p:ext uri="{BB962C8B-B14F-4D97-AF65-F5344CB8AC3E}">
        <p14:creationId xmlns:p14="http://schemas.microsoft.com/office/powerpoint/2010/main" val="6203966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ドキュメント" ma:contentTypeID="0x0101002026A135D57E07499F799CB5DF7F838E" ma:contentTypeVersion="11" ma:contentTypeDescription="新しいドキュメントを作成します。" ma:contentTypeScope="" ma:versionID="424dab3e7916046a84507a87f68ae831">
  <xsd:schema xmlns:xsd="http://www.w3.org/2001/XMLSchema" xmlns:xs="http://www.w3.org/2001/XMLSchema" xmlns:p="http://schemas.microsoft.com/office/2006/metadata/properties" xmlns:ns2="136bbc15-a01e-4b72-8bb9-2f301d916c38" xmlns:ns3="26553de7-2a3a-444c-a024-df4cb947fd03" targetNamespace="http://schemas.microsoft.com/office/2006/metadata/properties" ma:root="true" ma:fieldsID="d87f2205ac6cff16e9ef23c0a3d04e7b" ns2:_="" ns3:_="">
    <xsd:import namespace="136bbc15-a01e-4b72-8bb9-2f301d916c38"/>
    <xsd:import namespace="26553de7-2a3a-444c-a024-df4cb947fd03"/>
    <xsd:element name="properties">
      <xsd:complexType>
        <xsd:sequence>
          <xsd:element name="documentManagement">
            <xsd:complexType>
              <xsd:all>
                <xsd:element ref="ns2:ReferenceId" minOccurs="0"/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36bbc15-a01e-4b72-8bb9-2f301d916c38" elementFormDefault="qualified">
    <xsd:import namespace="http://schemas.microsoft.com/office/2006/documentManagement/types"/>
    <xsd:import namespace="http://schemas.microsoft.com/office/infopath/2007/PartnerControls"/>
    <xsd:element name="ReferenceId" ma:index="8" nillable="true" ma:displayName="ReferenceId" ma:indexed="true" ma:internalName="ReferenceId">
      <xsd:simpleType>
        <xsd:restriction base="dms:Text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lcf76f155ced4ddcb4097134ff3c332f" ma:index="16" nillable="true" ma:taxonomy="true" ma:internalName="lcf76f155ced4ddcb4097134ff3c332f" ma:taxonomyFieldName="MediaServiceImageTags" ma:displayName="画像タグ" ma:readOnly="false" ma:fieldId="{5cf76f15-5ced-4ddc-b409-7134ff3c332f}" ma:taxonomyMulti="true" ma:sspId="c7b788f1-635f-435b-a825-11a9aec0b64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8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6553de7-2a3a-444c-a024-df4cb947fd03" elementFormDefault="qualified">
    <xsd:import namespace="http://schemas.microsoft.com/office/2006/documentManagement/types"/>
    <xsd:import namespace="http://schemas.microsoft.com/office/infopath/2007/PartnerControls"/>
    <xsd:element name="TaxCatchAll" ma:index="17" nillable="true" ma:displayName="Taxonomy Catch All Column" ma:hidden="true" ma:list="{0001ad64-140f-4029-930f-4ba1abb62398}" ma:internalName="TaxCatchAll" ma:showField="CatchAllData" ma:web="26553de7-2a3a-444c-a024-df4cb947fd0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コンテンツ タイプ"/>
        <xsd:element ref="dc:title" minOccurs="0" maxOccurs="1" ma:index="4" ma:displayName="タイトル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26553de7-2a3a-444c-a024-df4cb947fd03" xsi:nil="true"/>
    <ReferenceId xmlns="136bbc15-a01e-4b72-8bb9-2f301d916c38" xsi:nil="true"/>
    <lcf76f155ced4ddcb4097134ff3c332f xmlns="136bbc15-a01e-4b72-8bb9-2f301d916c38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B94D0753-FEC3-4CC1-BD2E-92D52477169D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36bbc15-a01e-4b72-8bb9-2f301d916c38"/>
    <ds:schemaRef ds:uri="26553de7-2a3a-444c-a024-df4cb947fd03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1A8647A7-FFA3-474D-BC4C-E5CA05C8A82C}">
  <ds:schemaRefs>
    <ds:schemaRef ds:uri="http://schemas.microsoft.com/office/2006/metadata/properties"/>
    <ds:schemaRef ds:uri="http://schemas.microsoft.com/office/infopath/2007/PartnerControls"/>
    <ds:schemaRef ds:uri="26553de7-2a3a-444c-a024-df4cb947fd03"/>
    <ds:schemaRef ds:uri="136bbc15-a01e-4b72-8bb9-2f301d916c38"/>
  </ds:schemaRefs>
</ds:datastoreItem>
</file>

<file path=customXml/itemProps3.xml><?xml version="1.0" encoding="utf-8"?>
<ds:datastoreItem xmlns:ds="http://schemas.openxmlformats.org/officeDocument/2006/customXml" ds:itemID="{5383136E-BEF2-4EAD-BFD9-7D52391BA0CE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TM03457515[[fn=ビュー]]</Template>
  <TotalTime>960</TotalTime>
  <Words>278</Words>
  <Application>Microsoft Office PowerPoint</Application>
  <PresentationFormat>ワイド画面</PresentationFormat>
  <Paragraphs>100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游ゴシック</vt:lpstr>
      <vt:lpstr>游ゴシック Light</vt:lpstr>
      <vt:lpstr>Arial</vt:lpstr>
      <vt:lpstr>Office テーマ</vt:lpstr>
      <vt:lpstr>コンセプト</vt:lpstr>
      <vt:lpstr>ゲーム内容</vt:lpstr>
      <vt:lpstr>ステージの回転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ゲームタイトル</dc:title>
  <dc:creator>田中　翔陽</dc:creator>
  <cp:lastModifiedBy>田中　翔陽</cp:lastModifiedBy>
  <cp:revision>54</cp:revision>
  <dcterms:created xsi:type="dcterms:W3CDTF">2025-09-26T04:42:37Z</dcterms:created>
  <dcterms:modified xsi:type="dcterms:W3CDTF">2026-06-02T00:49:15Z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0x0101002026A135D57E07499F799CB5DF7F838E</vt:lpwstr>
  </property>
</Properties>
</file>