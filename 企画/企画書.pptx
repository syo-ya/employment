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3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F8E596-57DF-480A-92CE-CF312393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D424741-5CA3-45CA-A117-E3EC70E31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88C6D5-66FA-47A1-97EB-3F4FA754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74C6-72FD-4C22-8EFF-6E78FB6865D9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9CD57E-B914-4F37-BCD9-837A0862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2459A5-F43A-40E7-9AC2-A22F3B1DC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09326-E4BD-4B55-942C-5160B1C4B3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011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B2CA2B-25E6-4FEC-8D2D-A57D3F377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424B2B-E525-4D14-8402-F96B4DCCD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D1C08C-08DF-40D1-923D-4881FD81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74C6-72FD-4C22-8EFF-6E78FB6865D9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34CE3D-E7EF-4E5C-B7FE-6D200FA1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EFC9D8-5601-41F6-A2F6-E67E3FD0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09326-E4BD-4B55-942C-5160B1C4B3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38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8BA07A-43E5-401F-A1B9-B6C053FED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1BE461-1A33-4849-AC88-CE128DCCE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BFFC03-57DA-4DC5-A68E-E03F7156F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74C6-72FD-4C22-8EFF-6E78FB6865D9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3BF07F-6733-4D74-BF00-2AE70001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BC7F6B-3F7E-44FD-970D-DF772C1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09326-E4BD-4B55-942C-5160B1C4B3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781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002E2E-DD63-4030-BF2C-AEB17C3D1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2FA0F9-083C-44AC-915F-A6951983DC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5C24537-9E88-4C8A-9BC0-3933649E2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F41F67-2F6C-4853-BA9C-EB36F6646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74C6-72FD-4C22-8EFF-6E78FB6865D9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231279-ED43-4659-A1B5-C3A99D7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A43B88-93B3-4BF8-B092-DB86995D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09326-E4BD-4B55-942C-5160B1C4B3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271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758ADF-A64D-4474-BE6B-8A00F5E5C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E0516D-1AF5-4BF3-814A-C31F4D31A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60DD0A-1585-4957-A4F2-40A86A62F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CF4E72-CFC3-476C-B78A-35D93BCCB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BD94A9-8958-4A25-BECA-45101F621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CAD4689-C6BE-46F5-8DF7-2A901591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74C6-72FD-4C22-8EFF-6E78FB6865D9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E000F06-9DBB-411A-82DD-4A8438D6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54BA717-FE96-4AC5-9F60-CB9705656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09326-E4BD-4B55-942C-5160B1C4B3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718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770A3-A04D-4222-B27D-B8BEC77F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3EF47DE-8C9E-4B37-A6BF-A0B0D1CBB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74C6-72FD-4C22-8EFF-6E78FB6865D9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508B3A8-C496-431D-BBB3-CB9E4B0F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C3444E-B47F-4D73-9651-C2D0E0A8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09326-E4BD-4B55-942C-5160B1C4B3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7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F181F14-F348-4C8D-9AC3-8F38C6E0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74C6-72FD-4C22-8EFF-6E78FB6865D9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4259650-DD89-4EBA-9B88-F45E0886C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341637-30D4-468C-B8F8-44E66A15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09326-E4BD-4B55-942C-5160B1C4B3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157003-52CB-4030-BE6A-37280CBAC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87AA27-1310-4019-B615-B344C4D1C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EB2D21-0806-40E6-8FFC-C4A895ADF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C5DC28-4C42-43FF-88D5-1E9A07CB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74C6-72FD-4C22-8EFF-6E78FB6865D9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488724-1B77-46DE-B071-65DB6F7F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28B297-0556-40EF-BCF1-60A8DC52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09326-E4BD-4B55-942C-5160B1C4B3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3608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85EECF-B8B6-4E41-8DBE-6496C448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3E3716-48AE-4A22-A4D2-1676E74FC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ADE4E0-C7B0-429F-AD2F-9D22DECED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F29CA0-5A36-4E5E-AD2B-0C6EAD78C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74C6-72FD-4C22-8EFF-6E78FB6865D9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99281D-1834-4224-8AE1-EB321733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42041D-52DA-4A43-BC9D-43B59AAE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09326-E4BD-4B55-942C-5160B1C4B3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0016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B0B884-34C9-4C30-8434-6CC614262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A36B29A-42FA-4851-99C0-C6DFF1EBF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51B8A1-9841-4D39-93D0-A38B15CA4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74C6-72FD-4C22-8EFF-6E78FB6865D9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1AE85C-B588-4D19-9D7A-B52A305B9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DF28E-EE62-44FC-8CBC-83B0FBDD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09326-E4BD-4B55-942C-5160B1C4B3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660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51E0B44-5BFB-401F-800A-A862470D8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68DD2A-0A1C-49AA-9FFC-ABE31B1C7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21EE4D-708B-4615-B92F-6390BDD33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74C6-72FD-4C22-8EFF-6E78FB6865D9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E5C08B-A4E8-4EAD-99A7-293F53089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88A48C-03A3-44FE-A912-F6111F02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09326-E4BD-4B55-942C-5160B1C4B3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966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11D78AD-AE38-4977-91BA-AEB0DF55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601E69-A22B-459C-9F25-340E56452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28F57D-3916-4277-9635-ABEBD1001E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B74C6-72FD-4C22-8EFF-6E78FB6865D9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E145D2-A5F2-40CB-AEF1-9469F9CBC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3256D9-18E8-4424-B3CB-6A5A89F69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09326-E4BD-4B55-942C-5160B1C4B3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3382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280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　翔陽</dc:creator>
  <cp:lastModifiedBy>田中　翔陽</cp:lastModifiedBy>
  <cp:revision>2</cp:revision>
  <dcterms:created xsi:type="dcterms:W3CDTF">2026-05-28T02:18:28Z</dcterms:created>
  <dcterms:modified xsi:type="dcterms:W3CDTF">2026-05-28T05:42:45Z</dcterms:modified>
</cp:coreProperties>
</file>